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5" r:id="rId5"/>
    <p:sldId id="287" r:id="rId6"/>
    <p:sldId id="280" r:id="rId7"/>
    <p:sldId id="278" r:id="rId8"/>
    <p:sldId id="273" r:id="rId9"/>
    <p:sldId id="286" r:id="rId10"/>
    <p:sldId id="279" r:id="rId11"/>
    <p:sldId id="265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9DB3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napToGrid="0">
      <p:cViewPr varScale="1">
        <p:scale>
          <a:sx n="80" d="100"/>
          <a:sy n="80" d="100"/>
        </p:scale>
        <p:origin x="58" y="96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Mor" userId="136ad9d37017ea8a" providerId="LiveId" clId="{0FB7C758-A643-4AB1-8DEF-D62A38C55AE9}"/>
    <pc:docChg chg="undo custSel addSld delSld modSld modMainMaster">
      <pc:chgData name="Roshni Mor" userId="136ad9d37017ea8a" providerId="LiveId" clId="{0FB7C758-A643-4AB1-8DEF-D62A38C55AE9}" dt="2026-06-20T10:01:35.342" v="3476" actId="14838"/>
      <pc:docMkLst>
        <pc:docMk/>
      </pc:docMkLst>
      <pc:sldChg chg="delSp modSp del mod">
        <pc:chgData name="Roshni Mor" userId="136ad9d37017ea8a" providerId="LiveId" clId="{0FB7C758-A643-4AB1-8DEF-D62A38C55AE9}" dt="2026-06-19T10:25:31.920" v="832" actId="47"/>
        <pc:sldMkLst>
          <pc:docMk/>
          <pc:sldMk cId="3666674671" sldId="261"/>
        </pc:sldMkLst>
        <pc:spChg chg="mod">
          <ac:chgData name="Roshni Mor" userId="136ad9d37017ea8a" providerId="LiveId" clId="{0FB7C758-A643-4AB1-8DEF-D62A38C55AE9}" dt="2026-06-19T10:23:51.428" v="814" actId="21"/>
          <ac:spMkLst>
            <pc:docMk/>
            <pc:sldMk cId="3666674671" sldId="261"/>
            <ac:spMk id="2" creationId="{9635F5E3-2B1C-7C0A-8581-67A9052D13AA}"/>
          </ac:spMkLst>
        </pc:spChg>
        <pc:spChg chg="mod">
          <ac:chgData name="Roshni Mor" userId="136ad9d37017ea8a" providerId="LiveId" clId="{0FB7C758-A643-4AB1-8DEF-D62A38C55AE9}" dt="2026-06-19T10:19:08.764" v="750" actId="27636"/>
          <ac:spMkLst>
            <pc:docMk/>
            <pc:sldMk cId="3666674671" sldId="261"/>
            <ac:spMk id="3" creationId="{A6A33159-D030-2F82-A142-F75940728319}"/>
          </ac:spMkLst>
        </pc:spChg>
        <pc:spChg chg="del mod">
          <ac:chgData name="Roshni Mor" userId="136ad9d37017ea8a" providerId="LiveId" clId="{0FB7C758-A643-4AB1-8DEF-D62A38C55AE9}" dt="2026-06-19T09:52:46.131" v="5"/>
          <ac:spMkLst>
            <pc:docMk/>
            <pc:sldMk cId="3666674671" sldId="261"/>
            <ac:spMk id="4" creationId="{19F557C3-3BD3-179D-93A5-98A821347A02}"/>
          </ac:spMkLst>
        </pc:spChg>
        <pc:picChg chg="mod">
          <ac:chgData name="Roshni Mor" userId="136ad9d37017ea8a" providerId="LiveId" clId="{0FB7C758-A643-4AB1-8DEF-D62A38C55AE9}" dt="2026-06-19T09:52:43.493" v="3" actId="14826"/>
          <ac:picMkLst>
            <pc:docMk/>
            <pc:sldMk cId="3666674671" sldId="261"/>
            <ac:picMk id="20" creationId="{59669B42-CC26-1A2A-1FE7-526E425D0191}"/>
          </ac:picMkLst>
        </pc:picChg>
      </pc:sldChg>
      <pc:sldChg chg="addSp delSp modSp mod">
        <pc:chgData name="Roshni Mor" userId="136ad9d37017ea8a" providerId="LiveId" clId="{0FB7C758-A643-4AB1-8DEF-D62A38C55AE9}" dt="2026-06-20T10:01:35.342" v="3476" actId="14838"/>
        <pc:sldMkLst>
          <pc:docMk/>
          <pc:sldMk cId="729609147" sldId="265"/>
        </pc:sldMkLst>
        <pc:spChg chg="mod">
          <ac:chgData name="Roshni Mor" userId="136ad9d37017ea8a" providerId="LiveId" clId="{0FB7C758-A643-4AB1-8DEF-D62A38C55AE9}" dt="2026-06-20T10:01:35.342" v="3476" actId="14838"/>
          <ac:spMkLst>
            <pc:docMk/>
            <pc:sldMk cId="729609147" sldId="265"/>
            <ac:spMk id="2" creationId="{314C27C8-165C-5513-DB4B-9D840097C545}"/>
          </ac:spMkLst>
        </pc:spChg>
        <pc:spChg chg="add del">
          <ac:chgData name="Roshni Mor" userId="136ad9d37017ea8a" providerId="LiveId" clId="{0FB7C758-A643-4AB1-8DEF-D62A38C55AE9}" dt="2026-06-20T08:51:55.133" v="2735" actId="478"/>
          <ac:spMkLst>
            <pc:docMk/>
            <pc:sldMk cId="729609147" sldId="265"/>
            <ac:spMk id="3" creationId="{940D017A-7A47-ED0C-DB21-AA1473E0A172}"/>
          </ac:spMkLst>
        </pc:spChg>
        <pc:spChg chg="mod">
          <ac:chgData name="Roshni Mor" userId="136ad9d37017ea8a" providerId="LiveId" clId="{0FB7C758-A643-4AB1-8DEF-D62A38C55AE9}" dt="2026-06-20T08:54:43.864" v="2751" actId="207"/>
          <ac:spMkLst>
            <pc:docMk/>
            <pc:sldMk cId="729609147" sldId="265"/>
            <ac:spMk id="4" creationId="{83302BFD-960F-CBB3-E984-CDC12813A10C}"/>
          </ac:spMkLst>
        </pc:spChg>
        <pc:spChg chg="mod">
          <ac:chgData name="Roshni Mor" userId="136ad9d37017ea8a" providerId="LiveId" clId="{0FB7C758-A643-4AB1-8DEF-D62A38C55AE9}" dt="2026-06-19T11:02:29.297" v="2705" actId="207"/>
          <ac:spMkLst>
            <pc:docMk/>
            <pc:sldMk cId="729609147" sldId="265"/>
            <ac:spMk id="5" creationId="{C80227B8-A24C-8C29-034A-D7700B887685}"/>
          </ac:spMkLst>
        </pc:spChg>
        <pc:spChg chg="add mod ord">
          <ac:chgData name="Roshni Mor" userId="136ad9d37017ea8a" providerId="LiveId" clId="{0FB7C758-A643-4AB1-8DEF-D62A38C55AE9}" dt="2026-06-20T09:52:35.970" v="3145" actId="692"/>
          <ac:spMkLst>
            <pc:docMk/>
            <pc:sldMk cId="729609147" sldId="265"/>
            <ac:spMk id="6" creationId="{A964080E-DC26-217E-9F85-3BC82BB86A6D}"/>
          </ac:spMkLst>
        </pc:spChg>
        <pc:spChg chg="mod">
          <ac:chgData name="Roshni Mor" userId="136ad9d37017ea8a" providerId="LiveId" clId="{0FB7C758-A643-4AB1-8DEF-D62A38C55AE9}" dt="2026-06-20T09:53:32.096" v="3146" actId="207"/>
          <ac:spMkLst>
            <pc:docMk/>
            <pc:sldMk cId="729609147" sldId="265"/>
            <ac:spMk id="52" creationId="{F2CCE123-860F-8623-781F-12CEA66980F5}"/>
          </ac:spMkLst>
        </pc:spChg>
      </pc:sldChg>
      <pc:sldChg chg="modSp mod">
        <pc:chgData name="Roshni Mor" userId="136ad9d37017ea8a" providerId="LiveId" clId="{0FB7C758-A643-4AB1-8DEF-D62A38C55AE9}" dt="2026-06-19T10:55:32.135" v="2407" actId="27636"/>
        <pc:sldMkLst>
          <pc:docMk/>
          <pc:sldMk cId="1679936628" sldId="273"/>
        </pc:sldMkLst>
        <pc:spChg chg="mod">
          <ac:chgData name="Roshni Mor" userId="136ad9d37017ea8a" providerId="LiveId" clId="{0FB7C758-A643-4AB1-8DEF-D62A38C55AE9}" dt="2026-06-19T10:55:00.286" v="2402" actId="207"/>
          <ac:spMkLst>
            <pc:docMk/>
            <pc:sldMk cId="1679936628" sldId="273"/>
            <ac:spMk id="2" creationId="{BF463CB3-2956-E8D2-C23D-A3BAA7295DEC}"/>
          </ac:spMkLst>
        </pc:spChg>
        <pc:spChg chg="mod">
          <ac:chgData name="Roshni Mor" userId="136ad9d37017ea8a" providerId="LiveId" clId="{0FB7C758-A643-4AB1-8DEF-D62A38C55AE9}" dt="2026-06-19T10:55:32.135" v="2407" actId="27636"/>
          <ac:spMkLst>
            <pc:docMk/>
            <pc:sldMk cId="1679936628" sldId="273"/>
            <ac:spMk id="12" creationId="{A336FEA9-C85A-3569-16F0-5ECBABBE0BEC}"/>
          </ac:spMkLst>
        </pc:spChg>
      </pc:sldChg>
      <pc:sldChg chg="modSp mod">
        <pc:chgData name="Roshni Mor" userId="136ad9d37017ea8a" providerId="LiveId" clId="{0FB7C758-A643-4AB1-8DEF-D62A38C55AE9}" dt="2026-06-19T10:53:59.875" v="2394" actId="207"/>
        <pc:sldMkLst>
          <pc:docMk/>
          <pc:sldMk cId="3930438526" sldId="278"/>
        </pc:sldMkLst>
        <pc:spChg chg="mod">
          <ac:chgData name="Roshni Mor" userId="136ad9d37017ea8a" providerId="LiveId" clId="{0FB7C758-A643-4AB1-8DEF-D62A38C55AE9}" dt="2026-06-19T10:49:15.544" v="2063" actId="207"/>
          <ac:spMkLst>
            <pc:docMk/>
            <pc:sldMk cId="3930438526" sldId="278"/>
            <ac:spMk id="2" creationId="{954ABE40-AA00-F366-A36A-B3F1AADBF025}"/>
          </ac:spMkLst>
        </pc:spChg>
        <pc:spChg chg="mod">
          <ac:chgData name="Roshni Mor" userId="136ad9d37017ea8a" providerId="LiveId" clId="{0FB7C758-A643-4AB1-8DEF-D62A38C55AE9}" dt="2026-06-19T10:53:59.875" v="2394" actId="207"/>
          <ac:spMkLst>
            <pc:docMk/>
            <pc:sldMk cId="3930438526" sldId="278"/>
            <ac:spMk id="15" creationId="{9C373000-EEA1-D16F-189A-338FFDA2E708}"/>
          </ac:spMkLst>
        </pc:spChg>
        <pc:picChg chg="mod">
          <ac:chgData name="Roshni Mor" userId="136ad9d37017ea8a" providerId="LiveId" clId="{0FB7C758-A643-4AB1-8DEF-D62A38C55AE9}" dt="2026-06-19T10:23:28.712" v="812"/>
          <ac:picMkLst>
            <pc:docMk/>
            <pc:sldMk cId="3930438526" sldId="278"/>
            <ac:picMk id="91" creationId="{BC622EA4-CCB7-907A-0126-D0A68A5DC780}"/>
          </ac:picMkLst>
        </pc:picChg>
      </pc:sldChg>
      <pc:sldChg chg="addSp modSp mod">
        <pc:chgData name="Roshni Mor" userId="136ad9d37017ea8a" providerId="LiveId" clId="{0FB7C758-A643-4AB1-8DEF-D62A38C55AE9}" dt="2026-06-19T11:02:08.940" v="2703" actId="27636"/>
        <pc:sldMkLst>
          <pc:docMk/>
          <pc:sldMk cId="2243159397" sldId="279"/>
        </pc:sldMkLst>
        <pc:spChg chg="mod">
          <ac:chgData name="Roshni Mor" userId="136ad9d37017ea8a" providerId="LiveId" clId="{0FB7C758-A643-4AB1-8DEF-D62A38C55AE9}" dt="2026-06-19T11:00:28.321" v="2693" actId="207"/>
          <ac:spMkLst>
            <pc:docMk/>
            <pc:sldMk cId="2243159397" sldId="279"/>
            <ac:spMk id="2" creationId="{47A9874B-BCA9-8420-1595-EDD1865A099A}"/>
          </ac:spMkLst>
        </pc:spChg>
        <pc:spChg chg="add mod ord">
          <ac:chgData name="Roshni Mor" userId="136ad9d37017ea8a" providerId="LiveId" clId="{0FB7C758-A643-4AB1-8DEF-D62A38C55AE9}" dt="2026-06-19T11:02:08.940" v="2703" actId="27636"/>
          <ac:spMkLst>
            <pc:docMk/>
            <pc:sldMk cId="2243159397" sldId="279"/>
            <ac:spMk id="3" creationId="{56EC2FDB-17B2-6AE6-F7FA-64868921D112}"/>
          </ac:spMkLst>
        </pc:spChg>
        <pc:spChg chg="mod">
          <ac:chgData name="Roshni Mor" userId="136ad9d37017ea8a" providerId="LiveId" clId="{0FB7C758-A643-4AB1-8DEF-D62A38C55AE9}" dt="2026-06-19T11:01:31.797" v="2701" actId="108"/>
          <ac:spMkLst>
            <pc:docMk/>
            <pc:sldMk cId="2243159397" sldId="279"/>
            <ac:spMk id="4" creationId="{ACFBB810-3430-2C29-1AA0-9744AA0A1AA3}"/>
          </ac:spMkLst>
        </pc:spChg>
        <pc:spChg chg="mod">
          <ac:chgData name="Roshni Mor" userId="136ad9d37017ea8a" providerId="LiveId" clId="{0FB7C758-A643-4AB1-8DEF-D62A38C55AE9}" dt="2026-06-19T09:53:19.357" v="9" actId="207"/>
          <ac:spMkLst>
            <pc:docMk/>
            <pc:sldMk cId="2243159397" sldId="279"/>
            <ac:spMk id="5" creationId="{46AA2678-D2AD-6101-2A00-2289475AE8C5}"/>
          </ac:spMkLst>
        </pc:spChg>
        <pc:picChg chg="mod">
          <ac:chgData name="Roshni Mor" userId="136ad9d37017ea8a" providerId="LiveId" clId="{0FB7C758-A643-4AB1-8DEF-D62A38C55AE9}" dt="2026-06-19T10:59:18.409" v="2692" actId="14861"/>
          <ac:picMkLst>
            <pc:docMk/>
            <pc:sldMk cId="2243159397" sldId="279"/>
            <ac:picMk id="9" creationId="{C8AFAC41-9A68-8731-74C3-7AE4D472C634}"/>
          </ac:picMkLst>
        </pc:picChg>
      </pc:sldChg>
      <pc:sldChg chg="addSp delSp modSp mod setBg">
        <pc:chgData name="Roshni Mor" userId="136ad9d37017ea8a" providerId="LiveId" clId="{0FB7C758-A643-4AB1-8DEF-D62A38C55AE9}" dt="2026-06-19T10:53:19.889" v="2388" actId="14861"/>
        <pc:sldMkLst>
          <pc:docMk/>
          <pc:sldMk cId="467869221" sldId="280"/>
        </pc:sldMkLst>
        <pc:spChg chg="mod">
          <ac:chgData name="Roshni Mor" userId="136ad9d37017ea8a" providerId="LiveId" clId="{0FB7C758-A643-4AB1-8DEF-D62A38C55AE9}" dt="2026-06-19T10:52:46.007" v="2351" actId="108"/>
          <ac:spMkLst>
            <pc:docMk/>
            <pc:sldMk cId="467869221" sldId="280"/>
            <ac:spMk id="3" creationId="{B2F3FA79-DE26-1F2A-0CF7-5671B73C8B6F}"/>
          </ac:spMkLst>
        </pc:spChg>
        <pc:spChg chg="add del mod">
          <ac:chgData name="Roshni Mor" userId="136ad9d37017ea8a" providerId="LiveId" clId="{0FB7C758-A643-4AB1-8DEF-D62A38C55AE9}" dt="2026-06-19T10:14:06.843" v="682" actId="478"/>
          <ac:spMkLst>
            <pc:docMk/>
            <pc:sldMk cId="467869221" sldId="280"/>
            <ac:spMk id="5" creationId="{F93BFDD9-FE9A-7B40-FA3A-AF13741168D6}"/>
          </ac:spMkLst>
        </pc:spChg>
        <pc:spChg chg="add del mod">
          <ac:chgData name="Roshni Mor" userId="136ad9d37017ea8a" providerId="LiveId" clId="{0FB7C758-A643-4AB1-8DEF-D62A38C55AE9}" dt="2026-06-19T10:16:59.890" v="712" actId="478"/>
          <ac:spMkLst>
            <pc:docMk/>
            <pc:sldMk cId="467869221" sldId="280"/>
            <ac:spMk id="7" creationId="{6B19EFDF-220C-B46F-3FEA-21C3AFB24184}"/>
          </ac:spMkLst>
        </pc:spChg>
        <pc:spChg chg="add del mod">
          <ac:chgData name="Roshni Mor" userId="136ad9d37017ea8a" providerId="LiveId" clId="{0FB7C758-A643-4AB1-8DEF-D62A38C55AE9}" dt="2026-06-19T10:17:35.861" v="724" actId="478"/>
          <ac:spMkLst>
            <pc:docMk/>
            <pc:sldMk cId="467869221" sldId="280"/>
            <ac:spMk id="9" creationId="{520AFEF1-66C0-088A-80DA-D74F63637D04}"/>
          </ac:spMkLst>
        </pc:spChg>
        <pc:spChg chg="add del mod">
          <ac:chgData name="Roshni Mor" userId="136ad9d37017ea8a" providerId="LiveId" clId="{0FB7C758-A643-4AB1-8DEF-D62A38C55AE9}" dt="2026-06-19T10:17:35.327" v="723" actId="478"/>
          <ac:spMkLst>
            <pc:docMk/>
            <pc:sldMk cId="467869221" sldId="280"/>
            <ac:spMk id="11" creationId="{57DA2332-9F58-6CE4-FCCC-DF360AA38B1E}"/>
          </ac:spMkLst>
        </pc:spChg>
        <pc:spChg chg="add del mod">
          <ac:chgData name="Roshni Mor" userId="136ad9d37017ea8a" providerId="LiveId" clId="{0FB7C758-A643-4AB1-8DEF-D62A38C55AE9}" dt="2026-06-19T10:27:36.327" v="848" actId="478"/>
          <ac:spMkLst>
            <pc:docMk/>
            <pc:sldMk cId="467869221" sldId="280"/>
            <ac:spMk id="13" creationId="{1262A7B9-B9BA-242B-68B1-DD4A3D34D8F8}"/>
          </ac:spMkLst>
        </pc:spChg>
        <pc:spChg chg="add del mod">
          <ac:chgData name="Roshni Mor" userId="136ad9d37017ea8a" providerId="LiveId" clId="{0FB7C758-A643-4AB1-8DEF-D62A38C55AE9}" dt="2026-06-19T10:52:23.655" v="2348" actId="14861"/>
          <ac:spMkLst>
            <pc:docMk/>
            <pc:sldMk cId="467869221" sldId="280"/>
            <ac:spMk id="14" creationId="{05C91427-6EF4-58D4-6C53-05AC980FD4E5}"/>
          </ac:spMkLst>
        </pc:spChg>
        <pc:spChg chg="add mod ord">
          <ac:chgData name="Roshni Mor" userId="136ad9d37017ea8a" providerId="LiveId" clId="{0FB7C758-A643-4AB1-8DEF-D62A38C55AE9}" dt="2026-06-19T10:53:19.889" v="2388" actId="14861"/>
          <ac:spMkLst>
            <pc:docMk/>
            <pc:sldMk cId="467869221" sldId="280"/>
            <ac:spMk id="15" creationId="{4D3978CC-DD3B-9A9B-9F7C-E760A7BE3F55}"/>
          </ac:spMkLst>
        </pc:spChg>
        <pc:picChg chg="add del mod">
          <ac:chgData name="Roshni Mor" userId="136ad9d37017ea8a" providerId="LiveId" clId="{0FB7C758-A643-4AB1-8DEF-D62A38C55AE9}" dt="2026-06-19T10:27:33.291" v="847" actId="478"/>
          <ac:picMkLst>
            <pc:docMk/>
            <pc:sldMk cId="467869221" sldId="280"/>
            <ac:picMk id="4" creationId="{94D43AA7-0244-2FEB-86AC-B5DECE0232D8}"/>
          </ac:picMkLst>
        </pc:picChg>
      </pc:sldChg>
      <pc:sldChg chg="modSp del">
        <pc:chgData name="Roshni Mor" userId="136ad9d37017ea8a" providerId="LiveId" clId="{0FB7C758-A643-4AB1-8DEF-D62A38C55AE9}" dt="2026-06-19T10:11:54.357" v="679" actId="47"/>
        <pc:sldMkLst>
          <pc:docMk/>
          <pc:sldMk cId="639264769" sldId="281"/>
        </pc:sldMkLst>
        <pc:picChg chg="mod">
          <ac:chgData name="Roshni Mor" userId="136ad9d37017ea8a" providerId="LiveId" clId="{0FB7C758-A643-4AB1-8DEF-D62A38C55AE9}" dt="2026-06-19T08:02:50.821" v="1" actId="14826"/>
          <ac:picMkLst>
            <pc:docMk/>
            <pc:sldMk cId="639264769" sldId="281"/>
            <ac:picMk id="4" creationId="{782ED2F6-AFB3-9199-3999-2B5E4BAF2423}"/>
          </ac:picMkLst>
        </pc:picChg>
      </pc:sldChg>
      <pc:sldChg chg="modSp mod">
        <pc:chgData name="Roshni Mor" userId="136ad9d37017ea8a" providerId="LiveId" clId="{0FB7C758-A643-4AB1-8DEF-D62A38C55AE9}" dt="2026-06-19T11:04:16.112" v="2711" actId="2711"/>
        <pc:sldMkLst>
          <pc:docMk/>
          <pc:sldMk cId="2184472291" sldId="282"/>
        </pc:sldMkLst>
        <pc:spChg chg="mod">
          <ac:chgData name="Roshni Mor" userId="136ad9d37017ea8a" providerId="LiveId" clId="{0FB7C758-A643-4AB1-8DEF-D62A38C55AE9}" dt="2026-06-19T11:04:00.966" v="2709" actId="207"/>
          <ac:spMkLst>
            <pc:docMk/>
            <pc:sldMk cId="2184472291" sldId="282"/>
            <ac:spMk id="7" creationId="{4AB1CD4B-2C7F-1593-8E69-B7450F3DCAD6}"/>
          </ac:spMkLst>
        </pc:spChg>
        <pc:spChg chg="mod">
          <ac:chgData name="Roshni Mor" userId="136ad9d37017ea8a" providerId="LiveId" clId="{0FB7C758-A643-4AB1-8DEF-D62A38C55AE9}" dt="2026-06-19T11:04:16.112" v="2711" actId="2711"/>
          <ac:spMkLst>
            <pc:docMk/>
            <pc:sldMk cId="2184472291" sldId="282"/>
            <ac:spMk id="8" creationId="{86613063-168A-02B8-4326-BB842F3B83E2}"/>
          </ac:spMkLst>
        </pc:spChg>
      </pc:sldChg>
      <pc:sldChg chg="addSp delSp modSp del mod">
        <pc:chgData name="Roshni Mor" userId="136ad9d37017ea8a" providerId="LiveId" clId="{0FB7C758-A643-4AB1-8DEF-D62A38C55AE9}" dt="2026-06-19T10:32:12.541" v="890" actId="47"/>
        <pc:sldMkLst>
          <pc:docMk/>
          <pc:sldMk cId="1672017990" sldId="284"/>
        </pc:sldMkLst>
        <pc:spChg chg="mod">
          <ac:chgData name="Roshni Mor" userId="136ad9d37017ea8a" providerId="LiveId" clId="{0FB7C758-A643-4AB1-8DEF-D62A38C55AE9}" dt="2026-06-19T10:26:09.935" v="835" actId="1076"/>
          <ac:spMkLst>
            <pc:docMk/>
            <pc:sldMk cId="1672017990" sldId="284"/>
            <ac:spMk id="2" creationId="{081AD706-11EF-C258-EBD5-C4EEFEAACF16}"/>
          </ac:spMkLst>
        </pc:spChg>
        <pc:spChg chg="add del mod">
          <ac:chgData name="Roshni Mor" userId="136ad9d37017ea8a" providerId="LiveId" clId="{0FB7C758-A643-4AB1-8DEF-D62A38C55AE9}" dt="2026-06-19T10:26:01.533" v="834" actId="478"/>
          <ac:spMkLst>
            <pc:docMk/>
            <pc:sldMk cId="1672017990" sldId="284"/>
            <ac:spMk id="5" creationId="{9261CD09-8562-75EA-F405-2928348F2C02}"/>
          </ac:spMkLst>
        </pc:spChg>
        <pc:picChg chg="del mod">
          <ac:chgData name="Roshni Mor" userId="136ad9d37017ea8a" providerId="LiveId" clId="{0FB7C758-A643-4AB1-8DEF-D62A38C55AE9}" dt="2026-06-19T10:25:57.585" v="833" actId="478"/>
          <ac:picMkLst>
            <pc:docMk/>
            <pc:sldMk cId="1672017990" sldId="284"/>
            <ac:picMk id="15" creationId="{E4DF753A-3575-A0D9-5135-8A94308DC038}"/>
          </ac:picMkLst>
        </pc:picChg>
      </pc:sldChg>
      <pc:sldChg chg="addSp delSp modSp add mod setBg">
        <pc:chgData name="Roshni Mor" userId="136ad9d37017ea8a" providerId="LiveId" clId="{0FB7C758-A643-4AB1-8DEF-D62A38C55AE9}" dt="2026-06-19T11:02:52.543" v="2706" actId="255"/>
        <pc:sldMkLst>
          <pc:docMk/>
          <pc:sldMk cId="1886391749" sldId="285"/>
        </pc:sldMkLst>
        <pc:spChg chg="add del mod">
          <ac:chgData name="Roshni Mor" userId="136ad9d37017ea8a" providerId="LiveId" clId="{0FB7C758-A643-4AB1-8DEF-D62A38C55AE9}" dt="2026-06-19T10:01:34.073" v="31" actId="478"/>
          <ac:spMkLst>
            <pc:docMk/>
            <pc:sldMk cId="1886391749" sldId="285"/>
            <ac:spMk id="2" creationId="{60B8AB73-3404-EFA8-FB20-754D2C26D134}"/>
          </ac:spMkLst>
        </pc:spChg>
        <pc:spChg chg="add del mod">
          <ac:chgData name="Roshni Mor" userId="136ad9d37017ea8a" providerId="LiveId" clId="{0FB7C758-A643-4AB1-8DEF-D62A38C55AE9}" dt="2026-06-19T10:03:52.408" v="41" actId="478"/>
          <ac:spMkLst>
            <pc:docMk/>
            <pc:sldMk cId="1886391749" sldId="285"/>
            <ac:spMk id="3" creationId="{A11A1A02-9423-8AFA-41AD-12A7DFF64349}"/>
          </ac:spMkLst>
        </pc:spChg>
        <pc:spChg chg="add del mod">
          <ac:chgData name="Roshni Mor" userId="136ad9d37017ea8a" providerId="LiveId" clId="{0FB7C758-A643-4AB1-8DEF-D62A38C55AE9}" dt="2026-06-19T10:06:13.198" v="61" actId="478"/>
          <ac:spMkLst>
            <pc:docMk/>
            <pc:sldMk cId="1886391749" sldId="285"/>
            <ac:spMk id="7" creationId="{F67E1F94-0AEB-380C-3E95-6BE2CFB88943}"/>
          </ac:spMkLst>
        </pc:spChg>
        <pc:spChg chg="add del mod">
          <ac:chgData name="Roshni Mor" userId="136ad9d37017ea8a" providerId="LiveId" clId="{0FB7C758-A643-4AB1-8DEF-D62A38C55AE9}" dt="2026-06-19T10:06:11.338" v="60" actId="478"/>
          <ac:spMkLst>
            <pc:docMk/>
            <pc:sldMk cId="1886391749" sldId="285"/>
            <ac:spMk id="8" creationId="{C97FA540-60DF-6520-AB51-7035BF0E9356}"/>
          </ac:spMkLst>
        </pc:spChg>
        <pc:spChg chg="add mod">
          <ac:chgData name="Roshni Mor" userId="136ad9d37017ea8a" providerId="LiveId" clId="{0FB7C758-A643-4AB1-8DEF-D62A38C55AE9}" dt="2026-06-19T11:02:52.543" v="2706" actId="255"/>
          <ac:spMkLst>
            <pc:docMk/>
            <pc:sldMk cId="1886391749" sldId="285"/>
            <ac:spMk id="9" creationId="{A141D4E5-B2BF-D6EA-34BD-1CFFB0E59FA4}"/>
          </ac:spMkLst>
        </pc:spChg>
        <pc:picChg chg="del mod">
          <ac:chgData name="Roshni Mor" userId="136ad9d37017ea8a" providerId="LiveId" clId="{0FB7C758-A643-4AB1-8DEF-D62A38C55AE9}" dt="2026-06-19T10:05:52.428" v="54" actId="478"/>
          <ac:picMkLst>
            <pc:docMk/>
            <pc:sldMk cId="1886391749" sldId="285"/>
            <ac:picMk id="4" creationId="{133F2D73-5BD8-7278-C8C0-5854F9895718}"/>
          </ac:picMkLst>
        </pc:picChg>
      </pc:sldChg>
      <pc:sldChg chg="modSp add mod">
        <pc:chgData name="Roshni Mor" userId="136ad9d37017ea8a" providerId="LiveId" clId="{0FB7C758-A643-4AB1-8DEF-D62A38C55AE9}" dt="2026-06-20T08:44:16.927" v="2713" actId="27636"/>
        <pc:sldMkLst>
          <pc:docMk/>
          <pc:sldMk cId="3966939573" sldId="286"/>
        </pc:sldMkLst>
        <pc:spChg chg="mod">
          <ac:chgData name="Roshni Mor" userId="136ad9d37017ea8a" providerId="LiveId" clId="{0FB7C758-A643-4AB1-8DEF-D62A38C55AE9}" dt="2026-06-19T10:55:58.654" v="2413" actId="207"/>
          <ac:spMkLst>
            <pc:docMk/>
            <pc:sldMk cId="3966939573" sldId="286"/>
            <ac:spMk id="2" creationId="{5C9BC5F5-696C-9646-F94F-81FAA5F5C399}"/>
          </ac:spMkLst>
        </pc:spChg>
        <pc:spChg chg="mod">
          <ac:chgData name="Roshni Mor" userId="136ad9d37017ea8a" providerId="LiveId" clId="{0FB7C758-A643-4AB1-8DEF-D62A38C55AE9}" dt="2026-06-20T08:44:16.927" v="2713" actId="27636"/>
          <ac:spMkLst>
            <pc:docMk/>
            <pc:sldMk cId="3966939573" sldId="286"/>
            <ac:spMk id="12" creationId="{2650DB40-C3D5-BEB6-6DAC-507FD200EB19}"/>
          </ac:spMkLst>
        </pc:spChg>
      </pc:sldChg>
      <pc:sldChg chg="addSp delSp modSp add mod setBg">
        <pc:chgData name="Roshni Mor" userId="136ad9d37017ea8a" providerId="LiveId" clId="{0FB7C758-A643-4AB1-8DEF-D62A38C55AE9}" dt="2026-06-19T10:46:26.991" v="2041" actId="108"/>
        <pc:sldMkLst>
          <pc:docMk/>
          <pc:sldMk cId="2468191501" sldId="287"/>
        </pc:sldMkLst>
        <pc:spChg chg="add del mod">
          <ac:chgData name="Roshni Mor" userId="136ad9d37017ea8a" providerId="LiveId" clId="{0FB7C758-A643-4AB1-8DEF-D62A38C55AE9}" dt="2026-06-19T10:29:23.867" v="866" actId="478"/>
          <ac:spMkLst>
            <pc:docMk/>
            <pc:sldMk cId="2468191501" sldId="287"/>
            <ac:spMk id="3" creationId="{8CA26173-7395-5D0C-BFC6-79CB5E216EAD}"/>
          </ac:spMkLst>
        </pc:spChg>
        <pc:spChg chg="del mod">
          <ac:chgData name="Roshni Mor" userId="136ad9d37017ea8a" providerId="LiveId" clId="{0FB7C758-A643-4AB1-8DEF-D62A38C55AE9}" dt="2026-06-19T10:28:14.288" v="853" actId="478"/>
          <ac:spMkLst>
            <pc:docMk/>
            <pc:sldMk cId="2468191501" sldId="287"/>
            <ac:spMk id="6" creationId="{346A40B1-6DC2-72A0-58A1-960085770BAB}"/>
          </ac:spMkLst>
        </pc:spChg>
        <pc:spChg chg="mod">
          <ac:chgData name="Roshni Mor" userId="136ad9d37017ea8a" providerId="LiveId" clId="{0FB7C758-A643-4AB1-8DEF-D62A38C55AE9}" dt="2026-06-19T10:46:26.991" v="2041" actId="108"/>
          <ac:spMkLst>
            <pc:docMk/>
            <pc:sldMk cId="2468191501" sldId="287"/>
            <ac:spMk id="9" creationId="{C872B690-535A-112C-A495-A3035EE54FBC}"/>
          </ac:spMkLst>
        </pc:spChg>
      </pc:sldChg>
      <pc:sldChg chg="add del">
        <pc:chgData name="Roshni Mor" userId="136ad9d37017ea8a" providerId="LiveId" clId="{0FB7C758-A643-4AB1-8DEF-D62A38C55AE9}" dt="2026-06-19T10:54:07.823" v="2395" actId="47"/>
        <pc:sldMkLst>
          <pc:docMk/>
          <pc:sldMk cId="3957372715" sldId="288"/>
        </pc:sldMkLst>
      </pc:sldChg>
      <pc:sldMasterChg chg="setBg modSldLayout">
        <pc:chgData name="Roshni Mor" userId="136ad9d37017ea8a" providerId="LiveId" clId="{0FB7C758-A643-4AB1-8DEF-D62A38C55AE9}" dt="2026-06-19T10:42:04.012" v="1697"/>
        <pc:sldMasterMkLst>
          <pc:docMk/>
          <pc:sldMasterMk cId="1965934658" sldId="2147483648"/>
        </pc:sldMasterMkLst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1563727740" sldId="2147483649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2587894702" sldId="2147483650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2845438103" sldId="2147483652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3424675042" sldId="2147483654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1924186377" sldId="2147483659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1914388044" sldId="2147483660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2162967001" sldId="2147483661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505290787" sldId="2147483662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657852692" sldId="2147483663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137703936" sldId="2147483664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2626099294" sldId="2147483665"/>
          </pc:sldLayoutMkLst>
        </pc:sldLayoutChg>
        <pc:sldLayoutChg chg="setBg">
          <pc:chgData name="Roshni Mor" userId="136ad9d37017ea8a" providerId="LiveId" clId="{0FB7C758-A643-4AB1-8DEF-D62A38C55AE9}" dt="2026-06-19T10:42:04.012" v="1697"/>
          <pc:sldLayoutMkLst>
            <pc:docMk/>
            <pc:sldMasterMk cId="1965934658" sldId="2147483648"/>
            <pc:sldLayoutMk cId="280815037" sldId="214748366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6EF7-BC4B-B4F5-5E34-10BFFE03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DFD8F-2346-DD77-EB21-E7F252759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B5502-EFE0-E048-B89F-8B31D1BC1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EF706-81FB-AC6A-5735-57A8B91D0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23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0000"/>
                <a:lumOff val="40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oshani-mor-50013a34a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Rosh-l-m/Project1/commits?author=Rosh-l-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0AD1-F2DD-9693-FDEC-0A2C12E4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48285E0-B96C-89E8-ABC8-30E7FB25F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Python GUI Calculator Project</a:t>
            </a:r>
            <a:endParaRPr lang="en-US" b="1" dirty="0">
              <a:solidFill>
                <a:schemeClr val="accent5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  <p:sp useBgFill="1">
        <p:nvSpPr>
          <p:cNvPr id="9" name="Flowchart: Terminator 8">
            <a:extLst>
              <a:ext uri="{FF2B5EF4-FFF2-40B4-BE49-F238E27FC236}">
                <a16:creationId xmlns:a16="http://schemas.microsoft.com/office/drawing/2014/main" id="{A141D4E5-B2BF-D6EA-34BD-1CFFB0E59FA4}"/>
              </a:ext>
            </a:extLst>
          </p:cNvPr>
          <p:cNvSpPr/>
          <p:nvPr/>
        </p:nvSpPr>
        <p:spPr>
          <a:xfrm>
            <a:off x="1624519" y="2286000"/>
            <a:ext cx="8942962" cy="2869659"/>
          </a:xfrm>
          <a:prstGeom prst="flowChartTerminator">
            <a:avLst/>
          </a:prstGeom>
          <a:ln>
            <a:noFill/>
          </a:ln>
          <a:effectLst>
            <a:outerShdw blurRad="254000" dist="368300" dir="4800000" sx="109000" sy="109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Python GUI Calculator Project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8639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9414-D318-2868-93CA-9A4BBB5B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C872B690-535A-112C-A495-A3035EE54FBC}"/>
              </a:ext>
            </a:extLst>
          </p:cNvPr>
          <p:cNvSpPr/>
          <p:nvPr/>
        </p:nvSpPr>
        <p:spPr>
          <a:xfrm>
            <a:off x="933855" y="1206230"/>
            <a:ext cx="10291864" cy="4513633"/>
          </a:xfrm>
          <a:prstGeom prst="snip2Diag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9000" sy="109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endParaRPr lang="en-US" sz="28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b="1" cap="all" spc="300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ea typeface="+mj-ea"/>
                <a:cs typeface="+mj-cs"/>
              </a:rPr>
              <a:t>Development of a Graphical User Interface (GUI) Calculator</a:t>
            </a:r>
          </a:p>
          <a:p>
            <a:endParaRPr lang="en-US" sz="28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EE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Building a Basic Calculator using Python,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Tkinter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 and VS Code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IDEBuilding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a Basic Calculator using Python,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Tkinter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, and VS Code IDE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Presenter Name: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[Roshani Mor]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Date: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June 2026</a:t>
            </a:r>
          </a:p>
          <a:p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191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60000"/>
                <a:lumOff val="40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D3978CC-DD3B-9A9B-9F7C-E760A7BE3F55}"/>
              </a:ext>
            </a:extLst>
          </p:cNvPr>
          <p:cNvSpPr/>
          <p:nvPr/>
        </p:nvSpPr>
        <p:spPr>
          <a:xfrm>
            <a:off x="758757" y="535021"/>
            <a:ext cx="10671243" cy="5678848"/>
          </a:xfrm>
          <a:prstGeom prst="snip2Diag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1000" sy="101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800">
              <a:solidFill>
                <a:srgbClr val="EE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6" y="644131"/>
            <a:ext cx="9467127" cy="653874"/>
          </a:xfrm>
          <a:effectLst/>
        </p:spPr>
        <p:txBody>
          <a:bodyPr/>
          <a:lstStyle/>
          <a:p>
            <a:r>
              <a:rPr lang="en-IN" sz="2800" b="1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Project</a:t>
            </a:r>
            <a:r>
              <a:rPr lang="en-IN" sz="3200" b="1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 Overview &amp; Objectives</a:t>
            </a:r>
            <a:endParaRPr lang="en-US" sz="3200" b="1" dirty="0">
              <a:solidFill>
                <a:schemeClr val="accent5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5C91427-6EF4-58D4-6C53-05AC980FD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9535" y="1914651"/>
            <a:ext cx="9467850" cy="4804581"/>
          </a:xfr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50800" dir="5400000" algn="ctr" rotWithShape="0">
              <a:schemeClr val="accent4">
                <a:lumMod val="75000"/>
              </a:schemeClr>
            </a:outerShdw>
            <a:softEdge rad="50800"/>
          </a:effectLst>
        </p:spPr>
        <p:txBody>
          <a:bodyPr>
            <a:normAutofit/>
          </a:bodyPr>
          <a:lstStyle/>
          <a:p>
            <a:pPr algn="l"/>
            <a:r>
              <a:rPr lang="en-IN" sz="1900" dirty="0">
                <a:latin typeface="Consolas" panose="020B0609020204030204" pitchFamily="49" charset="0"/>
              </a:rPr>
              <a:t>Core Objective: Create a fully functional, visually appealing desktop calculator application.</a:t>
            </a:r>
          </a:p>
          <a:p>
            <a:pPr algn="l"/>
            <a:endParaRPr lang="en-IN" sz="1900" dirty="0">
              <a:latin typeface="Consolas" panose="020B0609020204030204" pitchFamily="49" charset="0"/>
            </a:endParaRPr>
          </a:p>
          <a:p>
            <a:pPr algn="l"/>
            <a:r>
              <a:rPr lang="en-IN" sz="1900" dirty="0">
                <a:latin typeface="Consolas" panose="020B0609020204030204" pitchFamily="49" charset="0"/>
              </a:rPr>
              <a:t>Development Environment: Developed completely within Visual Studio Code (VS Code) utilizing the native Python extension environment.</a:t>
            </a:r>
          </a:p>
          <a:p>
            <a:pPr algn="l"/>
            <a:endParaRPr lang="en-IN" sz="1900" dirty="0">
              <a:latin typeface="Consolas" panose="020B0609020204030204" pitchFamily="49" charset="0"/>
            </a:endParaRPr>
          </a:p>
          <a:p>
            <a:pPr algn="l"/>
            <a:r>
              <a:rPr lang="en-IN" sz="1900" dirty="0">
                <a:latin typeface="Consolas" panose="020B0609020204030204" pitchFamily="49" charset="0"/>
              </a:rPr>
              <a:t>Key Design Targets: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900" dirty="0">
                <a:latin typeface="Consolas" panose="020B0609020204030204" pitchFamily="49" charset="0"/>
              </a:rPr>
              <a:t>Implement an intuitive, easy-to-use grid layout.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900" dirty="0">
                <a:latin typeface="Consolas" panose="020B0609020204030204" pitchFamily="49" charset="0"/>
              </a:rPr>
              <a:t>Incorporate an advanced "groove-styled" 3D calculation screen.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900" dirty="0">
                <a:latin typeface="Consolas" panose="020B0609020204030204" pitchFamily="49" charset="0"/>
              </a:rPr>
              <a:t>Maintain robust error handling for common mathematical faults.</a:t>
            </a:r>
          </a:p>
          <a:p>
            <a:br>
              <a:rPr lang="en-IN" dirty="0"/>
            </a:br>
            <a:endParaRPr lang="en-IN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1150776"/>
          </a:xfrm>
          <a:noFill/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Technical Stack &amp; Tools Used</a:t>
            </a:r>
            <a:endParaRPr lang="en-US" sz="2800" dirty="0">
              <a:solidFill>
                <a:schemeClr val="accent5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91" name="Picture Placeholder 90">
            <a:extLst>
              <a:ext uri="{FF2B5EF4-FFF2-40B4-BE49-F238E27FC236}">
                <a16:creationId xmlns:a16="http://schemas.microsoft.com/office/drawing/2014/main" id="{BC622EA4-CCB7-907A-0126-D0A68A5DC7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568" b="17568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583" y="2140084"/>
            <a:ext cx="5894601" cy="4033407"/>
          </a:xfrm>
          <a:prstGeom prst="snip2DiagRect">
            <a:avLst/>
          </a:prstGeom>
          <a:gradFill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1000" sy="101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5000" lnSpcReduction="20000"/>
          </a:bodyPr>
          <a:lstStyle/>
          <a:p>
            <a:pPr algn="l"/>
            <a:r>
              <a:rPr lang="en-US" sz="2800" dirty="0">
                <a:latin typeface="Consolas" panose="020B0609020204030204" pitchFamily="49" charset="0"/>
              </a:rPr>
              <a:t>Python Language: The core engine handling data processing and mathematical calculations.</a:t>
            </a:r>
          </a:p>
          <a:p>
            <a:pPr algn="l"/>
            <a:endParaRPr lang="en-US" sz="2800" dirty="0">
              <a:latin typeface="Consolas" panose="020B0609020204030204" pitchFamily="49" charset="0"/>
            </a:endParaRPr>
          </a:p>
          <a:p>
            <a:pPr algn="l"/>
            <a:r>
              <a:rPr lang="en-US" sz="2800" dirty="0" err="1">
                <a:latin typeface="Consolas" panose="020B0609020204030204" pitchFamily="49" charset="0"/>
              </a:rPr>
              <a:t>Tkinter</a:t>
            </a:r>
            <a:r>
              <a:rPr lang="en-US" sz="2800" dirty="0">
                <a:latin typeface="Consolas" panose="020B0609020204030204" pitchFamily="49" charset="0"/>
              </a:rPr>
              <a:t> Library: Python’s standard built-in GUI toolkit used to construct the windows, buttons, and display labels without external dependencies.</a:t>
            </a:r>
          </a:p>
          <a:p>
            <a:pPr algn="l"/>
            <a:endParaRPr lang="en-US" sz="2800" dirty="0">
              <a:latin typeface="Consolas" panose="020B0609020204030204" pitchFamily="49" charset="0"/>
            </a:endParaRPr>
          </a:p>
          <a:p>
            <a:pPr algn="l"/>
            <a:r>
              <a:rPr lang="en-US" sz="2800" dirty="0">
                <a:latin typeface="Consolas" panose="020B0609020204030204" pitchFamily="49" charset="0"/>
              </a:rPr>
              <a:t>VS Code IDE: The integrated workspace used for writing code, fixing indentations, and running scripts natively through the terminal.</a:t>
            </a:r>
          </a:p>
          <a:p>
            <a:pPr algn="l"/>
            <a:br>
              <a:rPr lang="en-US" sz="2800" dirty="0">
                <a:solidFill>
                  <a:srgbClr val="EE0000"/>
                </a:solidFill>
                <a:latin typeface="Consolas" panose="020B0609020204030204" pitchFamily="49" charset="0"/>
              </a:rPr>
            </a:br>
            <a:endParaRPr lang="en-US" sz="2800" dirty="0">
              <a:solidFill>
                <a:srgbClr val="EE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476" y="143333"/>
            <a:ext cx="9725608" cy="956388"/>
          </a:xfrm>
          <a:noFill/>
        </p:spPr>
        <p:txBody>
          <a:bodyPr/>
          <a:lstStyle/>
          <a:p>
            <a:r>
              <a:rPr lang="en-IN" sz="3200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Key Code Features Explained</a:t>
            </a:r>
            <a:endParaRPr lang="en-US" sz="3200" dirty="0">
              <a:solidFill>
                <a:schemeClr val="accent5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1" y="1245636"/>
            <a:ext cx="9862457" cy="5159828"/>
          </a:xfrm>
          <a:prstGeom prst="snip2Diag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1000" sy="101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l"/>
            <a:endParaRPr lang="en-US" sz="21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Dynamic Equation Tracking: Uses a global string variable (</a:t>
            </a:r>
            <a:r>
              <a:rPr lang="en-US" sz="1800" dirty="0" err="1">
                <a:latin typeface="Consolas" panose="020B0609020204030204" pitchFamily="49" charset="0"/>
              </a:rPr>
              <a:t>equation_text</a:t>
            </a:r>
            <a:r>
              <a:rPr lang="en-US" sz="1800" dirty="0">
                <a:latin typeface="Consolas" panose="020B0609020204030204" pitchFamily="49" charset="0"/>
              </a:rPr>
              <a:t>) inside the </a:t>
            </a:r>
            <a:r>
              <a:rPr lang="en-US" sz="1800" dirty="0" err="1">
                <a:latin typeface="Consolas" panose="020B0609020204030204" pitchFamily="49" charset="0"/>
              </a:rPr>
              <a:t>button_press</a:t>
            </a:r>
            <a:r>
              <a:rPr lang="en-US" sz="1800" dirty="0">
                <a:latin typeface="Consolas" panose="020B0609020204030204" pitchFamily="49" charset="0"/>
              </a:rPr>
              <a:t> function to dynamically append button values as the user clicks them.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The Safe Evaluation Engine: Uses the eval() function wrapped inside a safe try...except block within the equals function.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Robust Error Handling: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Catches </a:t>
            </a:r>
            <a:r>
              <a:rPr lang="en-IN" sz="1800" dirty="0" err="1">
                <a:latin typeface="Consolas" panose="020B0609020204030204" pitchFamily="49" charset="0"/>
              </a:rPr>
              <a:t>SyntaxError</a:t>
            </a:r>
            <a:r>
              <a:rPr lang="en-IN" sz="1800" dirty="0">
                <a:latin typeface="Consolas" panose="020B0609020204030204" pitchFamily="49" charset="0"/>
              </a:rPr>
              <a:t> (e.g., if a user types ++) and outputs "Syntax Error".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Catches </a:t>
            </a:r>
            <a:r>
              <a:rPr lang="en-IN" sz="1800" dirty="0" err="1">
                <a:latin typeface="Consolas" panose="020B0609020204030204" pitchFamily="49" charset="0"/>
              </a:rPr>
              <a:t>ZeroDivisionError</a:t>
            </a:r>
            <a:r>
              <a:rPr lang="en-IN" sz="1800" dirty="0">
                <a:latin typeface="Consolas" panose="020B0609020204030204" pitchFamily="49" charset="0"/>
              </a:rPr>
              <a:t> (e.g., trying to divide by 0) and outputs "Arithmetic Error" instead of crashing.</a:t>
            </a:r>
          </a:p>
          <a:p>
            <a:pPr algn="l"/>
            <a:endParaRPr 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8E46-1302-7482-9D00-222DBED5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C5F5-696C-9646-F94F-81FAA5F5C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021" y="452535"/>
            <a:ext cx="9725608" cy="956388"/>
          </a:xfrm>
          <a:noFill/>
        </p:spPr>
        <p:txBody>
          <a:bodyPr/>
          <a:lstStyle/>
          <a:p>
            <a:r>
              <a:rPr lang="en-IN" sz="3200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User Interface (UI) Highlights</a:t>
            </a:r>
            <a:endParaRPr lang="en-US" sz="3200" dirty="0">
              <a:solidFill>
                <a:schemeClr val="accent5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650DB40-C3D5-BEB6-6DAC-507FD200E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1" y="1710281"/>
            <a:ext cx="9862457" cy="4469363"/>
          </a:xfrm>
          <a:prstGeom prst="snip2Diag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1000" sy="101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dirty="0">
                <a:latin typeface="Consolas" panose="020B0609020204030204" pitchFamily="49" charset="0"/>
              </a:rPr>
              <a:t>Right-Aligned Text (anchor="e"): Numbers line up nicely on the right side of the screen, mimicking real calculator behavior.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3D Grooved Display (relief="groove"): Features a distinct, etched 3D structural outline framing the display screen with a custom border width (bd=4).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Interactive Button Styling: Includes uniform button grids with clean text padding and a high-contrast visual layout.</a:t>
            </a:r>
          </a:p>
        </p:txBody>
      </p:sp>
    </p:spTree>
    <p:extLst>
      <p:ext uri="{BB962C8B-B14F-4D97-AF65-F5344CB8AC3E}">
        <p14:creationId xmlns:p14="http://schemas.microsoft.com/office/powerpoint/2010/main" val="396693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56EC2FDB-17B2-6AE6-F7FA-64868921D112}"/>
              </a:ext>
            </a:extLst>
          </p:cNvPr>
          <p:cNvSpPr/>
          <p:nvPr/>
        </p:nvSpPr>
        <p:spPr>
          <a:xfrm>
            <a:off x="6177064" y="1916349"/>
            <a:ext cx="5311302" cy="3696511"/>
          </a:xfrm>
          <a:prstGeom prst="snip2Diag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1000" sy="101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IN" sz="2100" cap="all" spc="3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306"/>
            <a:ext cx="10515600" cy="877977"/>
          </a:xfrm>
          <a:noFill/>
        </p:spPr>
        <p:txBody>
          <a:bodyPr anchor="ctr"/>
          <a:lstStyle/>
          <a:p>
            <a:r>
              <a:rPr lang="en-IN" sz="2800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Application Output &amp; Execution</a:t>
            </a:r>
            <a:endParaRPr lang="en-US" sz="2800" dirty="0">
              <a:solidFill>
                <a:schemeClr val="accent5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How it runs in VS Code:</a:t>
            </a:r>
          </a:p>
          <a:p>
            <a:pPr lvl="1"/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The project is saved as calculator.py inside the workspace</a:t>
            </a:r>
          </a:p>
          <a:p>
            <a:pPr lvl="1"/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Clicking the </a:t>
            </a:r>
            <a:r>
              <a:rPr lang="en-US" sz="1600" b="1">
                <a:solidFill>
                  <a:schemeClr val="bg1"/>
                </a:solidFill>
                <a:latin typeface="Consolas" panose="020B0609020204030204" pitchFamily="49" charset="0"/>
              </a:rPr>
              <a:t>Play Button ▶</a:t>
            </a: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 compiles the script</a:t>
            </a:r>
          </a:p>
          <a:p>
            <a:pPr lvl="1"/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Control your expressions</a:t>
            </a:r>
          </a:p>
          <a:p>
            <a:pPr lvl="1"/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The local system opens the graphical window independently while maintaining a live debug log in the VS Code terminal below.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8AFAC41-9A68-8731-74C3-7AE4D472C6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838200" y="920456"/>
            <a:ext cx="3297186" cy="4692404"/>
          </a:xfrm>
          <a:prstGeom prst="rect">
            <a:avLst/>
          </a:prstGeom>
          <a:effectLst>
            <a:glow rad="203200">
              <a:schemeClr val="accent4">
                <a:lumMod val="75000"/>
                <a:alpha val="44000"/>
              </a:schemeClr>
            </a:glow>
            <a:outerShdw blurRad="76200" dist="317500" dir="2700000" sx="102000" sy="102000" algn="t" rotWithShape="0">
              <a:prstClr val="black">
                <a:alpha val="71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llout: Double Bent Line with Accent Bar 5">
            <a:extLst>
              <a:ext uri="{FF2B5EF4-FFF2-40B4-BE49-F238E27FC236}">
                <a16:creationId xmlns:a16="http://schemas.microsoft.com/office/drawing/2014/main" id="{A964080E-DC26-217E-9F85-3BC82BB86A6D}"/>
              </a:ext>
            </a:extLst>
          </p:cNvPr>
          <p:cNvSpPr/>
          <p:nvPr/>
        </p:nvSpPr>
        <p:spPr>
          <a:xfrm>
            <a:off x="1370046" y="1242354"/>
            <a:ext cx="5253134" cy="3432974"/>
          </a:xfrm>
          <a:prstGeom prst="accentCallout3">
            <a:avLst>
              <a:gd name="adj1" fmla="val 13858"/>
              <a:gd name="adj2" fmla="val -7978"/>
              <a:gd name="adj3" fmla="val 57073"/>
              <a:gd name="adj4" fmla="val -17022"/>
              <a:gd name="adj5" fmla="val 96195"/>
              <a:gd name="adj6" fmla="val -17022"/>
              <a:gd name="adj7" fmla="val 126553"/>
              <a:gd name="adj8" fmla="val -2649"/>
            </a:avLst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55575">
            <a:gradFill flip="none" rotWithShape="1">
              <a:gsLst>
                <a:gs pos="0">
                  <a:schemeClr val="accent4">
                    <a:lumMod val="32000"/>
                    <a:lumOff val="68000"/>
                    <a:alpha val="92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254000" dist="368300" dir="4800000" sx="101000" sy="101000" algn="t" rotWithShape="0">
              <a:schemeClr val="tx1">
                <a:alpha val="88000"/>
              </a:schemeClr>
            </a:outerShdw>
            <a:softEdge rad="50800"/>
          </a:effectLst>
          <a:scene3d>
            <a:camera prst="orthographicFront"/>
            <a:lightRig rig="threePt" dir="t"/>
          </a:scene3d>
          <a:sp3d prstMaterial="softEdge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IN" sz="2100" cap="all" spc="3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00"/>
            <a:ext cx="10515600" cy="1325880"/>
          </a:xfrm>
          <a:noFill/>
        </p:spPr>
        <p:txBody>
          <a:bodyPr anchor="ctr"/>
          <a:lstStyle/>
          <a:p>
            <a:r>
              <a:rPr lang="en-IN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  <a:reflection blurRad="241300" stA="27000" endPos="47000" dist="114300" dir="5400000" sy="-100000" algn="bl" rotWithShape="0"/>
                </a:effectLst>
                <a:latin typeface="Consolas" panose="020B0609020204030204" pitchFamily="49" charset="0"/>
              </a:rPr>
              <a:t>Conclusion &amp; Future Scope</a:t>
            </a:r>
            <a:endParaRPr lang="en-US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  <a:reflection blurRad="241300" stA="27000" endPos="47000" dist="114300" dir="5400000" sy="-100000" algn="bl" rotWithShape="0"/>
              </a:effectLst>
              <a:latin typeface="Consolas" panose="020B0609020204030204" pitchFamily="49" charset="0"/>
            </a:endParaRP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70046" y="5240273"/>
            <a:ext cx="4993432" cy="554037"/>
          </a:xfrm>
        </p:spPr>
        <p:txBody>
          <a:bodyPr>
            <a:noAutofit/>
          </a:bodyPr>
          <a:lstStyle/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reflection blurRad="6350" stA="19000" endPos="52000" dist="50800" dir="5400000" sy="-100000" algn="bl" rotWithShape="0"/>
                </a:effectLst>
                <a:latin typeface="Consolas" panose="020B0609020204030204" pitchFamily="49" charset="0"/>
              </a:rPr>
              <a:t>Know your material in advance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53801" y="1297647"/>
            <a:ext cx="4894006" cy="3432974"/>
          </a:xfrm>
          <a:noFill/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Project Summary: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Successfully transitioned from a text-based terminal program to a fully interactive desktop utility.</a:t>
            </a:r>
          </a:p>
          <a:p>
            <a:r>
              <a:rPr lang="en-IN" sz="1600" dirty="0">
                <a:solidFill>
                  <a:schemeClr val="bg1"/>
                </a:solidFill>
                <a:latin typeface="Consolas" panose="020B0609020204030204" pitchFamily="49" charset="0"/>
              </a:rPr>
              <a:t>Future Enhancements: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Mapping keyboard numpad buttons directly to the calculator.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Can add advanced scientific functions (square roots, percentages, and exponents)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Upgrade to the modern custom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kinter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theme pack for native dark-mode styling.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Roshani Mor</a:t>
            </a:r>
          </a:p>
          <a:p>
            <a:r>
              <a:rPr lang="en-US" dirty="0">
                <a:latin typeface="Consolas" panose="020B0609020204030204" pitchFamily="49" charset="0"/>
              </a:rPr>
              <a:t>8356989375</a:t>
            </a:r>
          </a:p>
          <a:p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IN" b="1" u="sng" dirty="0">
                <a:latin typeface="Consolas" panose="020B0609020204030204" pitchFamily="49" charset="0"/>
                <a:hlinkClick r:id="rId3"/>
              </a:rPr>
              <a:t>linkedin.com/in/roshani-mor-50013a34a</a:t>
            </a:r>
            <a:r>
              <a:rPr lang="en-IN" b="1" dirty="0">
                <a:latin typeface="Consolas" panose="020B0609020204030204" pitchFamily="49" charset="0"/>
              </a:rPr>
              <a:t> |</a:t>
            </a:r>
          </a:p>
          <a:p>
            <a:r>
              <a:rPr lang="en-IN" b="1" u="sng" dirty="0">
                <a:latin typeface="Consolas" panose="020B0609020204030204" pitchFamily="49" charset="0"/>
                <a:hlinkClick r:id="rId4"/>
              </a:rPr>
              <a:t>Rosh-l-m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2530</TotalTime>
  <Words>511</Words>
  <Application>Microsoft Office PowerPoint</Application>
  <PresentationFormat>Widescreen</PresentationFormat>
  <Paragraphs>65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Consolas</vt:lpstr>
      <vt:lpstr>Wingdings</vt:lpstr>
      <vt:lpstr>Custom</vt:lpstr>
      <vt:lpstr>Python GUI Calculator Project</vt:lpstr>
      <vt:lpstr>PowerPoint Presentation</vt:lpstr>
      <vt:lpstr>Project Overview &amp; Objectives</vt:lpstr>
      <vt:lpstr>Technical Stack &amp; Tools Used</vt:lpstr>
      <vt:lpstr>Key Code Features Explained</vt:lpstr>
      <vt:lpstr>User Interface (UI) Highlights</vt:lpstr>
      <vt:lpstr>Application Output &amp; Execution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Mor</dc:creator>
  <cp:lastModifiedBy>Roshni Mor</cp:lastModifiedBy>
  <cp:revision>1</cp:revision>
  <dcterms:created xsi:type="dcterms:W3CDTF">2026-06-18T15:03:47Z</dcterms:created>
  <dcterms:modified xsi:type="dcterms:W3CDTF">2026-06-20T10:09:30Z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